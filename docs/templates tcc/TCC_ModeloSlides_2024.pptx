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2437765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20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2D050"/>
    <a:srgbClr val="86C664"/>
    <a:srgbClr val="FFC341"/>
    <a:srgbClr val="93479B"/>
    <a:srgbClr val="F14D4B"/>
    <a:srgbClr val="F795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1"/>
    <p:restoredTop sz="93025"/>
  </p:normalViewPr>
  <p:slideViewPr>
    <p:cSldViewPr snapToGrid="0" snapToObjects="1">
      <p:cViewPr varScale="1">
        <p:scale>
          <a:sx n="32" d="100"/>
          <a:sy n="32" d="100"/>
        </p:scale>
        <p:origin x="-1104" y="-78"/>
      </p:cViewPr>
      <p:guideLst>
        <p:guide orient="horz" pos="4320"/>
        <p:guide pos="76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035" marR="0" lvl="1" indent="-1233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068" marR="0" lvl="2" indent="-119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742103" marR="0" lvl="3" indent="-11602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656137" marR="0" lvl="4" indent="-1123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0172" marR="0" lvl="5" indent="-1087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484207" marR="0" lvl="6" indent="-1050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398240" marR="0" lvl="7" indent="-1014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312275" marR="0" lvl="8" indent="-977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‹nº›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1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2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3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4556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buSzPct val="25000"/>
                <a:buNone/>
              </a:pPr>
              <a:t>4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330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276"/>
          <p:cNvSpPr/>
          <p:nvPr/>
        </p:nvSpPr>
        <p:spPr>
          <a:xfrm>
            <a:off x="18244457" y="0"/>
            <a:ext cx="6133193" cy="13716000"/>
          </a:xfrm>
          <a:prstGeom prst="rect">
            <a:avLst/>
          </a:prstGeom>
          <a:solidFill>
            <a:srgbClr val="86C664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26"/>
          <p:cNvSpPr txBox="1"/>
          <p:nvPr/>
        </p:nvSpPr>
        <p:spPr>
          <a:xfrm>
            <a:off x="1326468" y="2507553"/>
            <a:ext cx="18089023" cy="20046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6600" b="1" u="none" strike="noStrike" cap="none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Título do Trabalho...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926" y="5622272"/>
            <a:ext cx="3480254" cy="3110014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609553" y="9081740"/>
            <a:ext cx="14677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Defesa do Trabalho de Conclusão de Curso</a:t>
            </a:r>
          </a:p>
          <a:p>
            <a:r>
              <a:rPr lang="pt-BR" sz="4800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Bacharelado em ... </a:t>
            </a:r>
            <a:endParaRPr lang="pt-BR" sz="4800" dirty="0">
              <a:solidFill>
                <a:schemeClr val="tx1"/>
              </a:solidFill>
              <a:effectLst/>
              <a:latin typeface="+mn-lt"/>
              <a:ea typeface="Proxima Nova" charset="0"/>
              <a:cs typeface="Proxima Nova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1609553" y="1110821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Universidade da Região de Joinville - UNIVILLE</a:t>
            </a:r>
            <a:endParaRPr lang="pt-BR" sz="32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1619321" y="12491310"/>
            <a:ext cx="146772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Julho / </a:t>
            </a:r>
            <a:r>
              <a:rPr lang="pt-BR" sz="2800" dirty="0" smtClean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2024</a:t>
            </a:r>
            <a:endParaRPr lang="pt-BR" sz="28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5" y="0"/>
            <a:ext cx="738554" cy="13716000"/>
          </a:xfrm>
          <a:prstGeom prst="rect">
            <a:avLst/>
          </a:prstGeom>
        </p:spPr>
      </p:pic>
      <p:sp>
        <p:nvSpPr>
          <p:cNvPr id="12" name="Shape 26">
            <a:extLst>
              <a:ext uri="{FF2B5EF4-FFF2-40B4-BE49-F238E27FC236}">
                <a16:creationId xmlns:a16="http://schemas.microsoft.com/office/drawing/2014/main" xmlns="" id="{306F9E34-668F-4E02-8C18-66F7E224B404}"/>
              </a:ext>
            </a:extLst>
          </p:cNvPr>
          <p:cNvSpPr txBox="1"/>
          <p:nvPr/>
        </p:nvSpPr>
        <p:spPr>
          <a:xfrm>
            <a:off x="1326469" y="5794646"/>
            <a:ext cx="18089023" cy="20046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5400" b="1" u="none" strike="noStrike" cap="none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Aluno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5400" b="1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Orientador</a:t>
            </a:r>
            <a:endParaRPr lang="de-DE" sz="5400" b="1" u="none" strike="noStrike" cap="none" dirty="0">
              <a:solidFill>
                <a:schemeClr val="tx1"/>
              </a:solidFill>
              <a:latin typeface="+mn-lt"/>
              <a:ea typeface="Proxima Nova" charset="0"/>
              <a:cs typeface="Proxima Nova" charset="0"/>
              <a:sym typeface="Quest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1498645" y="1934173"/>
            <a:ext cx="1724184" cy="457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678666" y="979325"/>
            <a:ext cx="819979" cy="81997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498645" y="3405277"/>
            <a:ext cx="146772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Texto</a:t>
            </a:r>
            <a:endParaRPr lang="pt-BR" sz="1800" dirty="0">
              <a:solidFill>
                <a:schemeClr val="tx1"/>
              </a:solidFill>
              <a:latin typeface="+mn-lt"/>
              <a:ea typeface="Proxima Nova" charset="0"/>
              <a:cs typeface="Proxima Nov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664836" y="1096926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Introdução</a:t>
            </a:r>
            <a:endParaRPr lang="pt-BR" sz="32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3835" y="979325"/>
            <a:ext cx="2806700" cy="635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0747" y="1934173"/>
            <a:ext cx="609788" cy="11324627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6894026" y="12674025"/>
            <a:ext cx="55392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Nr</a:t>
            </a:r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. Slide/Página No trabalho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1498645" y="1934173"/>
            <a:ext cx="1724184" cy="4571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678666" y="979325"/>
            <a:ext cx="819979" cy="81997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498645" y="3405277"/>
            <a:ext cx="146772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Texto</a:t>
            </a:r>
            <a:endParaRPr lang="pt-BR" sz="1800" dirty="0">
              <a:solidFill>
                <a:schemeClr val="tx1"/>
              </a:solidFill>
              <a:latin typeface="+mn-lt"/>
              <a:ea typeface="Proxima Nova" charset="0"/>
              <a:cs typeface="Proxima Nov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664836" y="1096926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Metodologia</a:t>
            </a:r>
            <a:endParaRPr lang="pt-BR" sz="32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3835" y="979325"/>
            <a:ext cx="2806700" cy="6350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20747" y="1934173"/>
            <a:ext cx="609788" cy="11324627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6894026" y="12674025"/>
            <a:ext cx="553925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Nr</a:t>
            </a:r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. Slide/Página No trabalho</a:t>
            </a:r>
          </a:p>
        </p:txBody>
      </p:sp>
    </p:spTree>
    <p:extLst>
      <p:ext uri="{BB962C8B-B14F-4D97-AF65-F5344CB8AC3E}">
        <p14:creationId xmlns:p14="http://schemas.microsoft.com/office/powerpoint/2010/main" xmlns="" val="40845696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276"/>
          <p:cNvSpPr/>
          <p:nvPr/>
        </p:nvSpPr>
        <p:spPr>
          <a:xfrm>
            <a:off x="18244457" y="0"/>
            <a:ext cx="6133193" cy="13716000"/>
          </a:xfrm>
          <a:prstGeom prst="rect">
            <a:avLst/>
          </a:prstGeom>
          <a:solidFill>
            <a:srgbClr val="86C664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Shape 26"/>
          <p:cNvSpPr txBox="1"/>
          <p:nvPr/>
        </p:nvSpPr>
        <p:spPr>
          <a:xfrm>
            <a:off x="1326468" y="2507553"/>
            <a:ext cx="18089023" cy="20046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6600" b="1" u="none" strike="noStrike" cap="none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Título do Trabalho...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926" y="5622272"/>
            <a:ext cx="3480254" cy="3110014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1609553" y="9081740"/>
            <a:ext cx="14677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4800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Defesa do Trabalho de Conclusão de Curso</a:t>
            </a:r>
          </a:p>
          <a:p>
            <a:r>
              <a:rPr lang="pt-BR" sz="4800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Bacharelado em ... </a:t>
            </a:r>
            <a:endParaRPr lang="pt-BR" sz="4800" dirty="0">
              <a:solidFill>
                <a:schemeClr val="tx1"/>
              </a:solidFill>
              <a:effectLst/>
              <a:latin typeface="+mn-lt"/>
              <a:ea typeface="Proxima Nova" charset="0"/>
              <a:cs typeface="Proxima Nova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1609553" y="1110821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Universidade da Região de Joinville - UNIVILLE</a:t>
            </a:r>
            <a:endParaRPr lang="pt-BR" sz="32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1619321" y="12491310"/>
            <a:ext cx="146772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Julho </a:t>
            </a:r>
            <a:r>
              <a:rPr lang="pt-BR" sz="280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/ </a:t>
            </a:r>
            <a:r>
              <a:rPr lang="pt-BR" sz="2800" smtClean="0">
                <a:solidFill>
                  <a:schemeClr val="tx1"/>
                </a:solidFill>
                <a:latin typeface="+mn-lt"/>
                <a:ea typeface="Proxima Nova Light" charset="0"/>
                <a:cs typeface="Proxima Nova Light" charset="0"/>
              </a:rPr>
              <a:t>2024</a:t>
            </a:r>
            <a:endParaRPr lang="pt-BR" sz="2800" dirty="0">
              <a:solidFill>
                <a:schemeClr val="tx1"/>
              </a:solidFill>
              <a:effectLst/>
              <a:latin typeface="+mn-lt"/>
              <a:ea typeface="Proxima Nova Light" charset="0"/>
              <a:cs typeface="Proxima Nova Light" charset="0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5" y="0"/>
            <a:ext cx="738554" cy="13716000"/>
          </a:xfrm>
          <a:prstGeom prst="rect">
            <a:avLst/>
          </a:prstGeom>
        </p:spPr>
      </p:pic>
      <p:sp>
        <p:nvSpPr>
          <p:cNvPr id="12" name="Shape 26">
            <a:extLst>
              <a:ext uri="{FF2B5EF4-FFF2-40B4-BE49-F238E27FC236}">
                <a16:creationId xmlns:a16="http://schemas.microsoft.com/office/drawing/2014/main" xmlns="" id="{306F9E34-668F-4E02-8C18-66F7E224B404}"/>
              </a:ext>
            </a:extLst>
          </p:cNvPr>
          <p:cNvSpPr txBox="1"/>
          <p:nvPr/>
        </p:nvSpPr>
        <p:spPr>
          <a:xfrm>
            <a:off x="1326469" y="5794646"/>
            <a:ext cx="18089023" cy="20046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5400" b="1" u="none" strike="noStrike" cap="none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Aluno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de-DE" sz="5400" b="1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  <a:sym typeface="Questrial"/>
              </a:rPr>
              <a:t>Orientador</a:t>
            </a:r>
            <a:endParaRPr lang="de-DE" sz="5400" b="1" u="none" strike="noStrike" cap="none" dirty="0">
              <a:solidFill>
                <a:schemeClr val="tx1"/>
              </a:solidFill>
              <a:latin typeface="+mn-lt"/>
              <a:ea typeface="Proxima Nova" charset="0"/>
              <a:cs typeface="Proxima Nova" charset="0"/>
              <a:sym typeface="Questrial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2460FFB9-3E42-420D-85BC-72C85838BF78}"/>
              </a:ext>
            </a:extLst>
          </p:cNvPr>
          <p:cNvSpPr/>
          <p:nvPr/>
        </p:nvSpPr>
        <p:spPr>
          <a:xfrm>
            <a:off x="1619321" y="11060361"/>
            <a:ext cx="14677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9600" b="1" dirty="0">
                <a:solidFill>
                  <a:schemeClr val="tx1"/>
                </a:solidFill>
                <a:latin typeface="+mn-lt"/>
                <a:ea typeface="Proxima Nova" charset="0"/>
                <a:cs typeface="Proxima Nova" charset="0"/>
              </a:rPr>
              <a:t>OBRIGADO!</a:t>
            </a:r>
            <a:endParaRPr lang="pt-BR" sz="9600" b="1" dirty="0">
              <a:solidFill>
                <a:schemeClr val="tx1"/>
              </a:solidFill>
              <a:effectLst/>
              <a:latin typeface="+mn-lt"/>
              <a:ea typeface="Proxima Nova" charset="0"/>
              <a:cs typeface="Proxima Nova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171707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enutzerdefiniert 227">
      <a:dk1>
        <a:srgbClr val="464646"/>
      </a:dk1>
      <a:lt1>
        <a:srgbClr val="F0F0F0"/>
      </a:lt1>
      <a:dk2>
        <a:srgbClr val="44546A"/>
      </a:dk2>
      <a:lt2>
        <a:srgbClr val="E7E6E6"/>
      </a:lt2>
      <a:accent1>
        <a:srgbClr val="00B0F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72</Words>
  <Application>Microsoft Office PowerPoint</Application>
  <PresentationFormat>Personalizar</PresentationFormat>
  <Paragraphs>25</Paragraphs>
  <Slides>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Patricia Esther Fendrich Magri</dc:creator>
  <cp:lastModifiedBy>Edson</cp:lastModifiedBy>
  <cp:revision>49</cp:revision>
  <dcterms:modified xsi:type="dcterms:W3CDTF">2024-03-14T13:07:36Z</dcterms:modified>
</cp:coreProperties>
</file>